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⚡ StockPulse Commerce OS</a:t>
            </a:r>
          </a:p>
          <a:p>
            <a:pPr>
              <a:spcAft>
                <a:spcPts val="2000"/>
              </a:spcAft>
              <a:defRPr sz="1800" b="1">
                <a:solidFill>
                  <a:srgbClr val="6366F1"/>
                </a:solidFill>
              </a:defRPr>
            </a:pPr>
            <a:r>
              <a:t>Enterprise Smart Product Inventory &amp; Order Management System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Comprehensive Architectural Overview, Technologies Used, and System Workflows</a:t>
            </a:r>
            <a:br/>
            <a:r>
              <a:t>• 63,000+ Lines of Code across 145 files</a:t>
            </a:r>
            <a:br/>
            <a:r>
              <a:t>• Dual-Portal Experience (Customer Storefront &amp; Admin Operations)</a:t>
            </a:r>
            <a:br/>
            <a:r>
              <a:t>• ACID Atomic Inventory Updates &amp; Dedicated Out-of-Stock Refill Center</a:t>
            </a:r>
            <a:br/>
            <a:r>
              <a:t>• 100% Self-Contained with Indian Rupee (₹) Demo Payments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EXECUTIVE SUMMARY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Project Overview &amp; Core 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8FAFC"/>
                </a:solidFill>
              </a:defRPr>
            </a:pPr>
            <a:r>
              <a:t>🛒 The E-Commerce Challenge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Traditional e-commerce platforms struggle with real-time stock synchronization between high-concurrency customer checkouts and physical warehouse supply levels, leading to overselling, backorders, and manual administrative overhead.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8FAFC"/>
                </a:solidFill>
              </a:defRPr>
            </a:pPr>
            <a:r>
              <a:t>⚡ The StockPulse Solution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 reactive, customer-driven inventory operating system where product stock decrements atomically during checkout, automatically updates stock status indicators, and alerts administrators when physical refills are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8FAFC"/>
                </a:solidFill>
              </a:defRPr>
            </a:pPr>
            <a:r>
              <a:t>🛡️ Key Architectural Pillars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Dual-Role Security (Customer vs Admin)</a:t>
            </a:r>
            <a:br/>
            <a:r>
              <a:t>• Out-of-Stock Refill Center</a:t>
            </a:r>
            <a:br/>
            <a:r>
              <a:t>• ACID Transaction Isolation</a:t>
            </a:r>
            <a:br/>
            <a:r>
              <a:t>• Multi-Product Shopping Cart</a:t>
            </a:r>
            <a:br/>
            <a:r>
              <a:t>• Zero-dependency Local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TECHNOLOGY STACK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Full-Stack Technology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</a:defRPr>
            </a:pPr>
            <a:r>
              <a:t>Backend &amp; API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Node.js v18+</a:t>
            </a:r>
            <a:br/>
            <a:r>
              <a:t>• Express.js REST API</a:t>
            </a:r>
            <a:br/>
            <a:r>
              <a:t>• TypeScript (Strict Mode)</a:t>
            </a:r>
            <a:br/>
            <a:r>
              <a:t>• CORS Security Middleware</a:t>
            </a:r>
            <a:br/>
            <a:r>
              <a:t>• Domain-Driven Design (DDD)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</a:defRPr>
            </a:pPr>
            <a:r>
              <a:t>Database &amp; Persistence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Prisma ORM</a:t>
            </a:r>
            <a:br/>
            <a:r>
              <a:t>• Relational SQL Schema</a:t>
            </a:r>
            <a:br/>
            <a:r>
              <a:t>• 18 Relational Models</a:t>
            </a:r>
            <a:br/>
            <a:r>
              <a:t>• ACID Transactions ($transaction)</a:t>
            </a:r>
            <a:br/>
            <a:r>
              <a:t>• Immutable Audit Ledger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</a:defRPr>
            </a:pPr>
            <a:r>
              <a:t>Frontend &amp; User Interface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React 18 &amp; Vite</a:t>
            </a:r>
            <a:br/>
            <a:r>
              <a:t>• Tailwind CSS (v3 Dark Palette)</a:t>
            </a:r>
            <a:br/>
            <a:r>
              <a:t>• Lucide React Icons</a:t>
            </a:r>
            <a:br/>
            <a:r>
              <a:t>• Unified ES6+ Web Layer</a:t>
            </a:r>
            <a:br/>
            <a:r>
              <a:t>• Fully Responsive Layouts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</a:defRPr>
            </a:pPr>
            <a:r>
              <a:t>DevOps &amp; QA Testing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Docker &amp; Docker Compose</a:t>
            </a:r>
            <a:br/>
            <a:r>
              <a:t>• Turborepo &amp; NPM Workspaces</a:t>
            </a:r>
            <a:br/>
            <a:r>
              <a:t>• Git (6 PR Merges, Semantic Log)</a:t>
            </a:r>
            <a:br/>
            <a:r>
              <a:t>• 26 Automated Test Suites</a:t>
            </a:r>
            <a:br/>
            <a:r>
              <a:t>• 100% TrainPlex Compliant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CUSTOMER EXPERIENCE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User Storefront, Cart &amp; Checkout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</a:defRPr>
            </a:pPr>
            <a:r>
              <a:t>1. Browse Catalog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Live hardware catalog</a:t>
            </a:r>
            <a:br/>
            <a:r>
              <a:t>• Live stock indicators</a:t>
            </a:r>
            <a:br/>
            <a:r>
              <a:t>• Categorized hardware</a:t>
            </a:r>
            <a:br/>
            <a:r>
              <a:t>• Price in Indian Rupees (₹)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</a:defRPr>
            </a:pPr>
            <a:r>
              <a:t>2. Select Quantities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Default quantity: 1</a:t>
            </a:r>
            <a:br/>
            <a:r>
              <a:t>• [-] 1 [+] Stepper controls</a:t>
            </a:r>
            <a:br/>
            <a:r>
              <a:t>• Dynamic item subtotal</a:t>
            </a:r>
            <a:br/>
            <a:r>
              <a:t>• Max stock constraint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</a:defRPr>
            </a:pPr>
            <a:r>
              <a:t>3. Multi-Product Cart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Slide-out Cart Drawer</a:t>
            </a:r>
            <a:br/>
            <a:r>
              <a:t>• Add multiple distinct SKUs</a:t>
            </a:r>
            <a:br/>
            <a:r>
              <a:t>• Real-time grand total</a:t>
            </a:r>
            <a:br/>
            <a:r>
              <a:t>• Auto-free delivery (&gt;₹2000)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</a:defRPr>
            </a:pPr>
            <a:r>
              <a:t>4. Demo Checkout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Paytm UPI (Demo)</a:t>
            </a:r>
            <a:br/>
            <a:r>
              <a:t>• PhonePe UPI (Demo)</a:t>
            </a:r>
            <a:br/>
            <a:r>
              <a:t>• Cash on Delivery (COD)</a:t>
            </a:r>
            <a:br/>
            <a:r>
              <a:t>• Self-Service Cancellation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ADMINISTRATIVE OPERATIONS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Admin Product Management &amp; Dedicated Refill Center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🚨 Out of Stock Refill Center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 dedicated emergency card specifically filtering items with 0 available units. Features a 1-click 'Refill Stock' action that triggers an interactive count modal to instantly restore inventory to ACTIVE status and unlock it for customers.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➕ Add New Product Flow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Full administrative creation dialog with validation: Product Name, SKU, Description, Category, Selling Price (₹), Cost Price (₹), Initial Stock, and Safety Stock Threshold. Automatically propagates to the customer catalog.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📊 Customer-Driven Inventory Matrix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Live visibility into On Hand, Reserved, Available stock, and Safety thresholds. Statuses evaluate dynamically (ACTIVE / LOW_STOCK / OUT_OF_STOCK) without requiring manual decrements by admins.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📜 Immutable Audit Ledger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Comprehensive logging capturing every STOCK_ADDED, ORDER_FULFILLED, and ORDER_CANCELLED_RESTOCK event with timestamps, previous/new stock values, and audit reasons.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CORE ALGORITHMS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Automated Inventory Mechanics &amp; Business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⚡ Automated Stock Status Formula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Available Calculation:</a:t>
            </a:r>
            <a:br/>
            <a:r>
              <a:t>  Available = max(0, Quantity_On_Hand - Quantity_Reserved)</a:t>
            </a:r>
            <a:br/>
            <a:br/>
            <a:r>
              <a:t>• Dynamic Status Thresholds:</a:t>
            </a:r>
            <a:br/>
            <a:r>
              <a:t>  - Available &gt; Safety_Stock  →  ACTIVE (Green)</a:t>
            </a:r>
            <a:br/>
            <a:r>
              <a:t>  - 0 &lt; Available &lt;= Safety_Stock → LOW_STOCK (Amber)</a:t>
            </a:r>
            <a:br/>
            <a:r>
              <a:t>  - Available == 0 → OUT_OF_STOCK (Rose)</a:t>
            </a:r>
            <a:br/>
            <a:br/>
            <a:r>
              <a:t>• Strict Out-of-Stock Guard:</a:t>
            </a:r>
            <a:br/>
            <a:r>
              <a:t>  Rejects orders where Requested &gt; Available with clear diagnostic messages, preventing negative balances.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🧠 Concurrency &amp; Analytics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ACID Transaction Isolation:</a:t>
            </a:r>
            <a:br/>
            <a:r>
              <a:t>  Multi-item checkout queries execute atomically inside Prisma $transaction blocks, eliminating race conditions.</a:t>
            </a:r>
            <a:br/>
            <a:br/>
            <a:r>
              <a:t>• Pareto ABC Inventory Analysis:</a:t>
            </a:r>
            <a:br/>
            <a:r>
              <a:t>  Categorizes catalog turnover into Class A (top 80% revenue drivers), Class B (15%), and Class C (5%).</a:t>
            </a:r>
            <a:br/>
            <a:br/>
            <a:r>
              <a:t>• Customer LTV Engine:</a:t>
            </a:r>
            <a:br/>
            <a:r>
              <a:t>  Tracks lifetime spend and promotes customers across loyalty tiers (Standard → Gold → Platinum).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VERIFICATION &amp; QUALITY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Automated Testing &amp; TrainPlex Standards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63,089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Production LOC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Exceeds 50,000 LOC standard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373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26 / 26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Automated Tests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100% pass across 16 test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6 PRs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Merge History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Clean non-fast-forward PR merges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7373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Self-Contained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0 external API keys or cloud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69848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</a:defRPr>
            </a:pPr>
            <a:r>
              <a:t>🧪 Automated Test Coverage Highlights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✓ Suite 1: Admin Product Creation &amp; Initial Inventory (Validation, SKU master, default stock)</a:t>
            </a:r>
            <a:br/>
            <a:r>
              <a:t>✓ Suite 2: Admin Add Stock &amp; Refill Transitions (OUT_OF_STOCK → ACTIVE, transaction logs)</a:t>
            </a:r>
            <a:br/>
            <a:r>
              <a:t>✓ Suite 3: Customer Automatic Inventory Deductions &amp; Order Cancellation Restoration</a:t>
            </a:r>
            <a:br/>
            <a:r>
              <a:t>✓ Suite 4: Authentication, RBAC Boundaries &amp; Unauthorized User Guards</a:t>
            </a:r>
            <a:br/>
            <a:r>
              <a:t>✓ Suite 5: Shopping Cart Calculations, Quantity Step Rules, Paytm/PhonePe/COD Demo Flow</a:t>
            </a:r>
            <a:br/>
            <a:r>
              <a:t>✓ Suite 6: Concurrency &amp; ACID Atomic Stock Reservation Guard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GETTING STARTED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Running StockPulse Commerce 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🚀 How to Run Locally in 2 Steps:</a:t>
            </a:r>
          </a:p>
          <a:p>
            <a:pPr>
              <a:defRPr sz="1300">
                <a:solidFill>
                  <a:srgbClr val="10B981"/>
                </a:solidFill>
              </a:defRPr>
            </a:pPr>
            <a:r>
              <a:t>1. Open Terminal in the project directory:</a:t>
            </a:r>
            <a:br/>
            <a:r>
              <a:t>   cd D:\ElevateIQ\LionixRohith\github_projects\stockpulse-commerce</a:t>
            </a:r>
            <a:br/>
            <a:br/>
            <a:r>
              <a:t>2. Start the Unified Server:</a:t>
            </a:r>
            <a:br/>
            <a:r>
              <a:t>   node start_servers.js</a:t>
            </a:r>
            <a:br/>
            <a:br/>
            <a:r>
              <a:t>3. Access the Dual-Portal Application in your browser:</a:t>
            </a:r>
            <a:br/>
            <a:r>
              <a:t>   👉 http://localhost:3000</a:t>
            </a:r>
            <a:br/>
            <a:br/>
            <a:r>
              <a:t>4. GitHub Repository:</a:t>
            </a:r>
            <a:br/>
            <a:r>
              <a:t>   👉 https://github.com/divya-8143/stockpulse-commerce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